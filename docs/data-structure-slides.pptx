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Three Xenium EAE datasets: what the data looks like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Mouse CNS spatial transcriptomics, single-cell resolution, one shared 5,101-gene panel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Karolinska Institutet, 30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</a:defRPr>
            </a:pPr>
            <a:r>
              <a:t>2.65 M cells across three datasets</a:t>
            </a: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</a:defRPr>
            </a:pPr>
            <a:r>
              <a:t>5,101 genes, identical panel in all three</a:t>
            </a: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</a:defRPr>
            </a:pPr>
            <a:r>
              <a:t>67 + 12 + (unknown) animals</a:t>
            </a: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</a:defRPr>
            </a:pPr>
            <a:r>
              <a:t>~200 tissue sections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One panel, three tissues, three etiologies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41414"/>
                </a:solidFill>
              </a:defRPr>
            </a:pPr>
            <a:r>
              <a:t>A. RRMAP2, spinal cord EAE. Two models: chronic (B6/MOG) and relapse-remitting (SJL/PLP). 1.38 M cells, 67 animals, 158 sections. 19 stages, clinical score, sacrifice day 8-50, three cord levels.</a:t>
            </a:r>
          </a:p>
          <a:p>
            <a:pPr>
              <a:spcAft>
                <a:spcPts val="600"/>
              </a:spcAft>
              <a:defRPr sz="1700">
                <a:solidFill>
                  <a:srgbClr val="141414"/>
                </a:solidFill>
              </a:defRPr>
            </a:pPr>
            <a:r>
              <a:t>B. Optic nerve EAE. Same disease, different CNS tissue. 288 k cells, 30 nerve pieces, 6 slides. Onset vs Peak; Control, Sham, Mild, Severe.</a:t>
            </a:r>
          </a:p>
          <a:p>
            <a:pPr>
              <a:spcAft>
                <a:spcPts val="600"/>
              </a:spcAft>
              <a:defRPr sz="1700">
                <a:solidFill>
                  <a:srgbClr val="141414"/>
                </a:solidFill>
              </a:defRPr>
            </a:pPr>
            <a:r>
              <a:t>C. mtDNA-DSB brain. Oligodendrocyte-intrinsic mitochondrial damage, no immune trigger. 980 k cells, 12 mice (one section each), 2 x 2 condition x age.</a:t>
            </a:r>
          </a:p>
          <a:p>
            <a:pPr>
              <a:spcAft>
                <a:spcPts val="600"/>
              </a:spcAft>
              <a:defRPr sz="1700">
                <a:solidFill>
                  <a:srgbClr val="141414"/>
                </a:solidFill>
              </a:defRPr>
            </a:pPr>
            <a:r>
              <a:t>Common to all: 10x Xenium, mouse, segmented cells with µm coordinates, raw counts in layers['counts'], log1p(CP10k) in X, AnnData .h5ad.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RRMAP2: the experiment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Terminal, cross-sectional: one animal = one timepoint. Dynamics are reconstructed across animals, never observed within 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t>CHRONIC arm: C57BL/6, MOG35-55. Monotonic course. 34 animals (29 EAE + 5 control), 9 stages. Lumbar-heavy sampling (34 L, 22 T, 3 C sections).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t>RELAPSE-REMITTING arm: SJL/J, PLP139-151. Cyclic course. 33 animals (30 EAE + 3 control), 11 stages. Nearly complete regions (33 L, 33 T, 32 C).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t>Different strain, antigen and course: any RR-vs-chronic contrast is also a strain contrast. Compare within-model slopes, not raw levels.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t>2 to 6 animals per stage. Cell counts are huge, but the statistical unit is the animal.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RRMAP2: sample hierarchy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4937760"/>
                <a:gridCol w="2286000"/>
              </a:tblGrid>
              <a:tr h="27431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use as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run_date / run_id / slide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3 / 5 / 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batch layers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covariate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sample_id = xenium_output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one Xenium capture region, multiplexes 2-3 animals; 53/54 mix stages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NEVER as label unit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meta_sample_id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158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one tissue cross-section, 2.5k-20k cells; stage, region, score constant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THE BAG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sample_name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one animal, owns 1-3 sections (one per cord level); all disease labels constant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THE SPLIT KEY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cell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1,384,881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segmented cell with µm coordinates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kmeans_split_id = meta_sample_id; sample_label = sample_id. An animal must be entirely in one fold.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RRMAP2 timepoints: chronic arm (ordered by day)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2194560"/>
                <a:gridCol w="2011680"/>
                <a:gridCol w="393192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animals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clinical score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day post-induction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MOG CFA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8-9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adjuvant control, early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NONSYMPTOM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8-9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immunised, pre-symptomatic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OS1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0.5 (0.25-0.5)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10-14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onset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PEAK1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3.0 (2.5-3.25)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13-18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peak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CFA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16-17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adjuvant control, late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MILD16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1.25 (1.25-1.5)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27-28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chronic mild, cohort 16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SEVERE16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28-29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chronic severe, cohort 16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SEVERE30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2.4 (2.25-2.5)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chronic severe, cohort 30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MILD30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43-50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chronic mild, cohort 30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The 16/30 suffix is a cohort label, not the sacrifice day. MILD30 was run in a different batch from the other late-chronic stages, so duration at matched severity is batch-confounded in this arm.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RRMAP2 timepoints: relapse-remitting arm (ordered by day)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6751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828800"/>
                <a:gridCol w="1005840"/>
                <a:gridCol w="1097280"/>
              </a:tblGrid>
              <a:tr h="27431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animals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clinical score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day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limb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ONSET1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11-15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ascending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ONSET2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ascending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PEAK1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2.75 (2.25-3.25)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14-18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apex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REMISSION1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0.75 (0.5-1.0)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20-25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descending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PEAK2_MILD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2.0 (1.75-2.25)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apex, mild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PEAK2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2.9 (2.75-3.0)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32-33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apex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MONOPHASIC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0.6 (0.5-0.75)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32-33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never relapsed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PLP CFA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adjuvant control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PEAK3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2.5 (2.25-3.0)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38-49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apex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REMISSION2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1.25 (1.0-1.25)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42-47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descending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REMISSION2_LONG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0.75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descending, extended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Severity and time decouple: peaks recur at similar scores on later days. Clinical score cannot tell day 15 from day 45.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Strain-clean and batch-clean: each stage spans several capture regions.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The ascending limb is thin: 4 onset animals in total.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PEAK1 exists in both arms. Always stratify by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RRMAP2: animal-level labels and batch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766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56032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values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score_sacrifice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 to 3.25 in 0.25 steps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severity, clean numeric ordinal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day_of_sacrifice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8 to 50 days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duration, identifiable within RR only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EAE 59, CONTROL 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CHRONIC 34, RR 33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strain + antigen + course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sex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 48, F 19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covariate; panel has Xist, no Y genes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L / T / 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within-animal spatial axis, constant per section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80960" y="1371600"/>
          <a:ext cx="39319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run_date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chronic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RR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2025-01-10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2025-06-05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2026-05-06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The 2026 run is the first to put both models on the same slides and partly breaks the model x batch confound. Two instruments, 9 slides, 3 segmentation modes recorded per cell.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RRMAP2: cell types, a four-level curated hierarchy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3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7955279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levels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granularity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Anno_L1_curated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lineage (use this)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Anno_L2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subtype: MOL / DAO / NFOL, Microglia / MDM / CAM, homeostatic / reactive astrocytes, CD4 / CD8 T, Exc / Inh neurons, EAE-associated fibroblasts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Anno_L3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state, e.g. DAA_Immuno_MHC, CAM_Remodelling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Anno_L4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finest, some slide-specific artefact labels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</a:defRPr>
            </a:pPr>
            <a:r>
              <a:t>Composition (thousand cells): Oligodendrocyte 281, Myeloid 217, Neuron 217, Fibroblast 143, Astrocyte 142, Endothelial 112, DC 61, Schwann 59, OPC 46, T cell 45, VSMC 29, B cell 13, other 20.</a:t>
            </a: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</a:defRPr>
            </a:pPr>
            <a:r>
              <a:t>Soft tree: 34/42 L2 labels nest in one L1, 124/137 L3 labels nest in one L2.</a:t>
            </a:r>
          </a:p>
          <a:p>
            <a:pPr>
              <a:spcAft>
                <a:spcPts val="600"/>
              </a:spcAft>
              <a:defRPr sz="1400">
                <a:solidFill>
                  <a:srgbClr val="141414"/>
                </a:solidFill>
              </a:defRPr>
            </a:pPr>
            <a:r>
              <a:t>Legacy leiden_* clusters remain; leiden_1 was dropped in this version.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RRMAP2: spatial niches, three orthogonal descriptors per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</a:defRPr>
            </a:pPr>
            <a:r>
              <a:t>WHERE (anatomy): Global_anatomical_region (10): WM 423k, GM 290k, DorsalHorn 198k, WM_Meningeal 142k, Meninges 142k, DRG 69k, VentralHorn 47k, Vasculature 25k, Central canal 14k. Physiological_niche (12) is finer. region = cord level.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</a:defRPr>
            </a:pPr>
            <a:r>
              <a:t>WHAT NEIGHBOURHOOD (niche): Global_niche (27) named niches: Lesion_myeloid I-III, Lesion_Foamy, Lesion_Lipid, Lesion_DAA, Lesion_DAO I-II, Lesion_Tcell, Lesion_Bcell, Disease_GM I-III, Dorsal/Ventral_Rim_OL, DRG_reactive, plus anatomical niches. CellCharter_5 to CellCharter_100: 15 unsupervised resolutions.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</a:defRPr>
            </a:pPr>
            <a:r>
              <a:t>WHAT STATE (disease): Curated_niche_state (7): Physiological 467k, Lesion_active 362k, Lesion_progressive 305k, Lesion_mix 210k, Lesion_reactive 19k, Meninges 13k, Vasculature 9k.</a:t>
            </a:r>
          </a:p>
          <a:p>
            <a:pPr lvl="1"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Lesion_active is ~0 % of cells in controls, 30-45 % at onset, 70-76 % at RR peaks, back to 2-11 % in remission. Lesion_progressive climbs through remissions and chronic stages.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RRMAP2: what is in the file, and two spatial traps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4008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</a:tblGrid>
              <a:tr h="27431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slot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log1p(CP10k), CSR float32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layers['counts']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raw counts, CSR. Use for any model that normalises itself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obsm['spatial']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x, y in µm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obsm['X_scVI']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10-d batch-corrected expression embedding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obsm['X_cellcharter']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40-d neighbourhood-aggregated scVI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obsm['X_pca'], X_umap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50 PCs (67 % variance), 2-d UMAP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obsp['spatial_connectivities']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6-NN within 77.5 µm, median NN distance 14 µm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obsp['connectivities']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expression kNN, k = 15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2376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Trap 1: coordinates are per capture region. Every sample_id has its own ~10 x 4.5 mm frame and all 54 bounding boxes overlap. Condition on section before computing any distance.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Trap 2: 14.6 % of edges in the stored spatial graph connect cells from different sections. Rebuild it block-diagonally per meta_sample_id.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Optic nerve EAE: 30 nerve pieces on 6 slides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42062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914400"/>
              </a:tblGrid>
              <a:tr h="27431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Onset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Peak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Sham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20640" y="137160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Unit = karospace_polygon_labels, format &lt;position&gt;_&lt;CMx&gt;_&lt;condition&gt;_&lt;timepoint&gt;. 2.2k-28k cells each, longitudinal sections ~4 x 1.5 mm. Labels clean at polygon level.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Same 5,101-gene panel. No cell-type annotation yet, only leiden and CellCharter clusters. Spatial graph is clean.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TRAP: 'animal' (CM1-CM9) is not an animal. It maps 1:1 onto slide; CM1 holds Control, Mild and Severe polygons at the same timepoint. Mouse identity is not recorded, so the split key is undefined.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CONFOUND: three slides are Onset-only, two Peak-only, one mixed. Condition is spread across all slides and is the cleaner target (Control ≈ Sham &lt; Mild &lt; Severe), evaluated leave-one-slide-out.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mtDNA-DSB brain: a balanced 2 x 2, twelve mice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9326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31520"/>
                <a:gridCol w="1280160"/>
                <a:gridCol w="2011680"/>
                <a:gridCol w="1097280"/>
                <a:gridCol w="128016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mice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genotype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sex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</a:defRPr>
                      </a:pPr>
                      <a:r>
                        <a:t>slide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RB4282, RB4350, RB4498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PlptTA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 M F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0060539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RB4401, RB4403, RB4405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mtDSB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PlptTA:mtPst1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F M M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0060539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RB4620, RB4658, RB4676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mtPst1 / PlptTA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 F F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0060541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RB4627, RB4630, RB4653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mtDSB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PlptTA:mtPst1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M M F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</a:defRPr>
                      </a:pPr>
                      <a:r>
                        <a:t>0060541</a:t>
                      </a:r>
                    </a:p>
                  </a:txBody>
                  <a:tcPr marT="25400" marB="25400">
                    <a:solidFill>
                      <a:srgbClr val="FBE3E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1089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sample_id is mouse, section, bag and split key at once. One coronal section per mouse, 70k-135k cells. Oligodendrocyte-restricted mitochondrial DNA breaks (Plp-tTA driving mito-PstI). No clinical score, no immune trigger.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Annotations: cell_class_updated (13), cell_type (44), CyteType ontology terms; includes DA-oligodendrocytes and immature OL states, almost no T/B/DC. RBD_compartment_simplified (12 brain regions). Novae spatial domains (15-50) and a 64-d Novae embedding.</a:t>
            </a:r>
          </a:p>
          <a:p>
            <a:pPr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TRAPS: age = slide (all age-60 on one slide, all age-21 on the other). n = 12 bags with a binary label. For more units, bag = mouse x brain region (~144), split still by mouse.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Side by side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743200"/>
                <a:gridCol w="3200400"/>
              </a:tblGrid>
              <a:tr h="27431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A. RRMAP2 spinal cord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B. optic nerve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414"/>
                          </a:solidFill>
                        </a:defRPr>
                      </a:pPr>
                      <a:r>
                        <a:t>C. mtDNA-DSB brain</a:t>
                      </a:r>
                    </a:p>
                  </a:txBody>
                  <a:tcPr marT="25400" marB="25400">
                    <a:solidFill>
                      <a:srgbClr val="EAE7E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cells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1.38 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288 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980 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etiology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autoimmune EAE, 2 models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autoimmune EAE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oligodendrocyte-intrinsic, non-immune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independence unit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animal, sample_name (67)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unknown, mouse not recorded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mouse, sample_id (12)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bag / section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meta_sample_id (158)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polygon (30)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sample_id (12) or x region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time axis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19 stages, score 0-3.25, day 8-50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Onset / Peak (≈ slide)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age 21 / 60 (= slide)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severity axis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clinical score, continuous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Control, Sham, Mild, Severe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none, binary condition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spatial axis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L / T / C within animal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12 brain regions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cell types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19 / 42 / 137 / 174 curated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13 / 44 + ontology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niches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CellCharter 5-100, 27 named, 7 disease states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CellCharter 6-30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Novae 15-50, RBD anatomy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spatial graph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14.6 % cross-section edges, rebuild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clean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clean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train + primary science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cross-tissue test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</a:defRPr>
                      </a:pPr>
                      <a:r>
                        <a:t>cross-etiology test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Five rules every model must respect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t>1. Split by animal, never by section or slide. Sections of one animal share every label; slides multiplex animals. Section-level splits silently inflate every metric.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t>2. The label lives at the animal level. 1.38 M cells but 2-6 animals per stage. Use bag- or animal-level statistics, bootstrap CIs, permutation nulls.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t>3. Normalise from layers['counts'], not from X, unless the model expects log1p(CP10k) as given.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t>4. Condition every spatial operation on the section. Coordinate frames overlap across sections in all three datasets. Rebuild the RRMAP2 spatial graph.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t>5. Stratify by model and by batch. Chronic vs RR is also B6 vs SJL. Chronic duration and mtDNA-DSB age alias slide. Optic-nerve timepoint aliases slide.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Cross-sectional design throughout: one animal, one timepoint. Anything called a trajectory is a reconstruction across animals. The honest claim is 'decodable from a snapshot on held-out animals'.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Open questions and file locations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</a:defRPr>
            </a:pPr>
            <a:r>
              <a:t>To confirm with the wet lab</a:t>
            </a:r>
          </a:p>
          <a:p>
            <a:pPr lvl="1"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Optic nerve: which mouse is each polygon, and can two polygons share a mouse?</a:t>
            </a:r>
          </a:p>
          <a:p>
            <a:pPr lvl="1"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mtDNA-DSB: units and meaning of age 21 / 60.</a:t>
            </a:r>
          </a:p>
          <a:p>
            <a:pPr lvl="1"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RRMAP2 chronic: exact meaning of the 16 / 30 cohort suffix.</a:t>
            </a:r>
          </a:p>
          <a:p>
            <a:pPr lvl="1"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Are the human MS Xenium objects (Baló, lesional vs non-lesional) in scope?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</a:defRPr>
            </a:pPr>
            <a:r>
              <a:t>Files, 30 Sep 2026</a:t>
            </a:r>
          </a:p>
          <a:p>
            <a:pPr lvl="1"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A: RRMAP2_xenium_all_samples.cellcharter.companion.ready.with_metadata.rerun.with_AnnoL1Curated_with_Region_Anno2to4Updated.h5ad, 4.3 GB, laptop</a:t>
            </a:r>
          </a:p>
          <a:p>
            <a:pPr lvl="1"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B: optic_nerve_merged.scanpy.companion.ready_with_polygons.h5ad, 2.6 GB, laptop and remote</a:t>
            </a:r>
          </a:p>
          <a:p>
            <a:pPr lvl="1">
              <a:spcAft>
                <a:spcPts val="600"/>
              </a:spcAft>
              <a:defRPr sz="1300">
                <a:solidFill>
                  <a:srgbClr val="141414"/>
                </a:solidFill>
              </a:defRPr>
            </a:pPr>
            <a:r>
              <a:t>C: mtDNA_DSB_5k_clustered_annotation_with_rbd_2_cytetype_brain_novae4.companion.ready.h5ad, 10 GB, remote /Volumes/moldiassd/oligo-mtDSB/data/</a:t>
            </a:r>
          </a:p>
          <a:p>
            <a:pPr>
              <a:spcAft>
                <a:spcPts val="600"/>
              </a:spcAft>
              <a:defRPr sz="1500">
                <a:solidFill>
                  <a:srgbClr val="141414"/>
                </a:solidFill>
              </a:defRPr>
            </a:pPr>
            <a:r>
              <a:t>Full write-ups: docs/rrmap2-data-structure.md, docs/optic-nerve-data-structure.md, docs/mtdna-dsb-data-structure.md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